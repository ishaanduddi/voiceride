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  <a:latin typeface="Segoe UI"/>
              </a:rPr>
              <a:t>NLP PROJECT ·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F7FA"/>
                </a:solidFill>
                <a:latin typeface="Segoe UI"/>
              </a:rPr>
              <a:t>VoiceRiders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3A1B8"/>
                </a:solidFill>
                <a:latin typeface="Segoe UI"/>
              </a:rPr>
              <a:t>Context-Aware, Noise-Adaptive Voice Controller for 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Team NeuroVoices · 4-minute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6583680" cy="475488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58183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Ishaan Balakrishna Duddi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77647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1B8"/>
                </a:solidFill>
                <a:latin typeface="Segoe UI"/>
              </a:rPr>
              <a:t>BL.SC.U4CSE24015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77647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Segoe UI"/>
              </a:rPr>
              <a:t>Architecture &amp; 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70248"/>
            <a:ext cx="6583680" cy="475488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251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MD Thejas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3434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1B8"/>
                </a:solidFill>
                <a:latin typeface="Segoe UI"/>
              </a:rPr>
              <a:t>BL.SC.U4CSE24028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3434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Segoe UI"/>
              </a:rPr>
              <a:t>Literature Survey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37176"/>
            <a:ext cx="6583680" cy="475488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Jai Abhinav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91032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1B8"/>
                </a:solidFill>
                <a:latin typeface="Segoe UI"/>
              </a:rPr>
              <a:t>BL.SC.U4CSE24033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91032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Segoe UI"/>
              </a:rPr>
              <a:t>Competing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04104"/>
            <a:ext cx="6583680" cy="475488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5896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Praveen Raj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47725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1B8"/>
                </a:solidFill>
                <a:latin typeface="Segoe UI"/>
              </a:rPr>
              <a:t>BL.SC.U4CSE24040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47725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Segoe UI"/>
              </a:rPr>
              <a:t>Current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703320"/>
            <a:ext cx="3840480" cy="237744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8404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  <a:latin typeface="Segoe UI"/>
              </a:rPr>
              <a:t>One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06240"/>
            <a:ext cx="3291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5F7FA"/>
                </a:solidFill>
                <a:latin typeface="Segoe UI"/>
              </a:rPr>
              <a:t>A rider picks a playlist, starts Ride Mode, and controls Spotify entirely by voice — offline speech recognition on the phone, with context and confidence deciding whether a noisy command is really a command.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Segoe UI"/>
              </a:rP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1B8"/>
                </a:solidFill>
                <a:latin typeface="Segoe UI"/>
              </a:rPr>
              <a:t>Speaker 1 — how a spoken word becomes playback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9050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766560" cy="3657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Segoe UI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6217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Microphone + VAD → only real speech is captured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Whisper ASR on-device → text, no network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Normalise → number words become digits ("seven" → 7)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Intent classification → ML (TF-IDF + Logistic Regression) fused with a rule baseline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Entity extraction → song number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Fuzzy match (edit distance + phonetics) → survives ASR errors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Context → resolves "play" to RESUME while paused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Confidence gate → 45 % intent + 25 % fuzzy + 20 % ASR + 10 % context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>
                <a:solidFill>
                  <a:srgbClr val="F5F7FA"/>
                </a:solidFill>
                <a:latin typeface="Segoe UI"/>
              </a:rPr>
              <a:t>•  Dispatcher → Spotify Web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3A1B8"/>
                </a:solidFill>
                <a:latin typeface="Segoe UI"/>
              </a:rPr>
              <a:t>Second branch: Adaptive Audio — ambient noise → smoothing → noise zone → hysteresis → small volume steps above the rider's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4023360" cy="3657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508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Mobile: React Native + Expo (TypeScript)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Speech: whisper.cpp on-device + energy VAD — offline, no API key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ML: scikit-learn (TF-IDF + Logistic Regression) trained in Python; weights exported to JSON and run on-device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Spotify: Web API + OAuth 2.0 PKCE — no client secret stored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Infra: one serverless HTTPS relay (Spotify rejects custom-scheme redirects)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Storage: OS Keychain / Android Keystore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Build: EAS → installable Android APK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Segoe UI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1B8"/>
                </a:solidFill>
                <a:latin typeface="Segoe UI"/>
              </a:rPr>
              <a:t>Speaker 2 — what we build on, and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9050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SPEECH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0136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Whisper — Radford et al.,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Robust large-scale ASR; whisper.cpp runs it on-device. No notion of music commands.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1732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5361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VOICE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80136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WebRTC VAD (Google) · Silero VAD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5856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Detect speech cheaply so silence never reaches ASR. We use an energy VAD — far cheaper per frame.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361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NOISE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0136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Spectral subtraction — Boll, 1979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5856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Denoises before recognition, but needs a reliable noise estimate — which a moving bike does not give.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6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278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TEXT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49300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TF-IDF — Salton &amp; Buckley, 1988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95020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Proven and lightweight; small enough to run on a phone without a transformer.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310896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32278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FUZZY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49300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Levenshtein 1966 · Jaro-Winkler 1990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95020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Similarity that survives speech-to-text damage ("increse volum").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108960"/>
            <a:ext cx="3566160" cy="15179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22783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Segoe UI"/>
              </a:rPr>
              <a:t>AUTHORIZATION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49300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RFC 7636 — PKCE, 2015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950208"/>
            <a:ext cx="31546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Lets a public mobile client authenticate with no client secret.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59E0B"/>
                </a:solidFill>
                <a:latin typeface="Segoe UI"/>
              </a:rPr>
              <a:t>Gap:  none of this work targets the rider case — no wake word, wind and engine noise, hands free. VoiceRiders joins these pieces and adds a confidence gate that refuses to guess.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Segoe UI"/>
              </a:rPr>
              <a:t>COMPETING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1B8"/>
                </a:solidFill>
                <a:latin typeface="Segoe UI"/>
              </a:rPr>
              <a:t>Speaker 3 — mainstream assistants, motorbike OEM systems, and where the gap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9050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98448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188720"/>
                <a:gridCol w="1280160"/>
                <a:gridCol w="1371600"/>
                <a:gridCol w="2194560"/>
              </a:tblGrid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Hardware needed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Wake word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Noise-aware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Song by number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93A1B8"/>
                          </a:solidFill>
                          <a:latin typeface="Segoe UI"/>
                        </a:rPr>
                        <a:t>Recognition in app</a:t>
                      </a:r>
                    </a:p>
                  </a:txBody>
                  <a:tcPr anchor="ctr">
                    <a:solidFill>
                      <a:srgbClr val="1B2740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Siri / Google Assistant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Any phone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Spotify in-app voice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Any phone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Android Auto / car head unit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Head unit + screen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Honda Smartphone Voice Control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Selected Honda + headset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Harley-Davidson Boom! Box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Touring models only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Cardo / Sena helmet intercoms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Helmet intercom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 (OS)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Bluetooth media buttons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Any BT headset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5F7FA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anchor="ctr">
                    <a:solidFill>
                      <a:srgbClr val="131C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VoiceRiders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Any phone + any headset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B954"/>
                          </a:solidFill>
                          <a:latin typeface="Segoe UI"/>
                        </a:rPr>
                        <a:t>Yes (on-device)</a:t>
                      </a:r>
                    </a:p>
                  </a:txBody>
                  <a:tcPr anchor="ctr">
                    <a:solidFill>
                      <a:srgbClr val="102A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7316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3A1B8"/>
                </a:solidFill>
                <a:latin typeface="Segoe UI"/>
              </a:rPr>
              <a:t>The motorbike manufacturers do have voice systems — Honda's Smartphone Voice Control, Harley's Boom! Box — but they need a specific motorcycle, and they hand the actual recognition to your phone's assistant.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76672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The gap:  no wake word + noise-aware + song-number navigation + recognition that runs inside the app, on any phone and any bike, with no extra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Segoe UI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A1B8"/>
                </a:solidFill>
                <a:latin typeface="Segoe UI"/>
              </a:rPr>
              <a:t>Speaker 4 — what runs today, on a real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9050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448056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Segoe UI"/>
              </a:rPr>
              <a:t>Working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Spotify login with OAuth 2.0 + PKCE through the relay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Playlists load with real track counts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Numbered playlist map — "play song number 7" resolves to a track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Playback control: play, pause, resume, next, previous, volume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Ride Mode: VAD → on-device Whisper → NLP → confidence gate → Spotify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Adaptive Audio: ambient noise raises the volume in small steps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Installable Android APK built with EAS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F5F7FA"/>
                </a:solidFill>
                <a:latin typeface="Segoe UI"/>
              </a:rPr>
              <a:t>•  On-device diagnostics (microphone, device, engine) in Ride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3A1B8"/>
                </a:solidFill>
                <a:latin typeface="Segoe UI"/>
              </a:rPr>
              <a:t>Known limits: Development Mode can only read playlists you own; speaker playback needs headphones (no echo cancellation); app volume depends on the active Spotify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371600"/>
            <a:ext cx="1874519" cy="379476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3" y="1426464"/>
            <a:ext cx="1764792" cy="392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79" y="523036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8BDF8"/>
                </a:solidFill>
                <a:latin typeface="Segoe UI"/>
              </a:rPr>
              <a:t>Connect Spotify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71600"/>
            <a:ext cx="1874519" cy="379476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84" y="1426464"/>
            <a:ext cx="1764792" cy="3921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09560" y="523036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8BDF8"/>
                </a:solidFill>
                <a:latin typeface="Segoe UI"/>
              </a:rPr>
              <a:t>Choose a playlist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371600"/>
            <a:ext cx="1874519" cy="379476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pp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1426464"/>
            <a:ext cx="1764792" cy="3921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21240" y="523036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8BDF8"/>
                </a:solidFill>
                <a:latin typeface="Segoe UI"/>
              </a:rPr>
              <a:t>Ride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5F7FA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3A1B8"/>
                </a:solidFill>
                <a:latin typeface="Segoe UI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8404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8BDF8"/>
                </a:solidFill>
                <a:latin typeface="Segoe UI"/>
              </a:rPr>
              <a:t>Code, evaluation scripts and the architecture notes are in the repository:  github.com/ishaanduddi/VoiceRide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1B8"/>
                </a:solidFill>
                <a:latin typeface="Segoe UI"/>
              </a:rPr>
              <a:t>Not affiliated with Spotify AB. Built with the Spotify Web API under the Spotify Developer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