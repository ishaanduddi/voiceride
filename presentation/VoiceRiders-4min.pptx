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B954"/>
                </a:solidFill>
                <a:latin typeface="Segoe UI"/>
              </a:rPr>
              <a:t>NLP PROJECT ·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5F7FA"/>
                </a:solidFill>
                <a:latin typeface="Segoe UI"/>
              </a:rPr>
              <a:t>VoiceRiders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3A1B8"/>
                </a:solidFill>
                <a:latin typeface="Segoe UI"/>
              </a:rPr>
              <a:t>Context-Aware, Noise-Adaptive Voice Controller for Spotify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Team NeuroVoices · 4-minute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58183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Ishaan Balakrishna Duddi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3776472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776472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Architecture &amp; Tech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70248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32511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MD Thejas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34340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3434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Literature Survey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37176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Jai Abhinav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1032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910328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Competing Market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404104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5896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Praveen Raj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4772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477256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Current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370332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384048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B954"/>
                </a:solidFill>
                <a:latin typeface="Segoe UI"/>
              </a:rPr>
              <a:t>One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06240"/>
            <a:ext cx="32918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5F7FA"/>
                </a:solidFill>
                <a:latin typeface="Segoe UI"/>
              </a:rPr>
              <a:t>A rider picks a playlist, starts Ride Mode, and controls Spotify entirely by voice — offline speech recognition on the phone, with context and confidence deciding whether a noisy command is really a command.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ARCHITECTURE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1 — how a spoken word becomes playback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766560" cy="3657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DB954"/>
                </a:solidFill>
                <a:latin typeface="Segoe U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6217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Microphone + VAD → only real speech is captured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Whisper ASR on-device → text, no network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Normalise → number words become digits ("seven" → 7)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Intent classification → ML (TF-IDF + Logistic Regression) fused with a rule baseline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Entity extraction → song number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Fuzzy match (edit distance + phonetics) → survives ASR errors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Context → resolves "play" to RESUME while paused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Confidence gate → 45 % intent + 25 % fuzzy + 20 % ASR + 10 % context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Dispatcher → Spotify Web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3A1B8"/>
                </a:solidFill>
                <a:latin typeface="Segoe UI"/>
              </a:rPr>
              <a:t>Second branch: Adaptive Audio — ambient noise → smoothing → noise zone → hysteresis → small volume steps above the rider's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71600"/>
            <a:ext cx="4023360" cy="3657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Tech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Mobile: React Native + Expo (TypeScript)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Speech: whisper.cpp on-device + energy VAD — offline, no API key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ML: scikit-learn (TF-IDF + Logistic Regression) trained in Python; weights exported to JSON and run on-device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Spotify: Web API + OAuth 2.0 PKCE — no client secret stored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Infra: one serverless HTTPS relay (Spotify rejects custom-scheme redirects)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Storage: OS Keychain / Android Keystore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Build: EAS → installable Android APK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2 — what we build on, and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SPEECH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Whisper — Radford et al., 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Robust large-scale ASR; whisper.cpp runs it on-device. No notion of music commands.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VOICE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WebRTC VAD (Google) · Silero VAD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Detect speech cheaply so silence never reaches ASR. We use an energy VAD — far cheaper per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NOISE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Spectral subtraction — Boll, 1979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Denoises before recognition, but needs a reliable noise estimate — which a moving bike does not give.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TEXT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TF-IDF — Salton &amp; Buckley, 1988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Proven and lightweight; small enough to run on a phone without a transformer.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79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FUZZY MATCHING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Levenshtein 1966 · Jaro-Winkler 1990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Similarity that survives speech-to-text damage ("increse volum").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RFC 7636 — PKCE, 2015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Lets a public mobile client authenticate with no client secret.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59E0B"/>
                </a:solidFill>
                <a:latin typeface="Segoe UI"/>
              </a:rPr>
              <a:t>Gap:  none of this work targets the rider case — no wake word, wind and engine noise, hands free. VoiceRiders joins these pieces and adds a confidence gate that refuses to guess.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COMPETING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3 — mainstream assistants, motorbike OEM systems, and where the gap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98448"/>
          <a:ext cx="110642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1097280"/>
                <a:gridCol w="1280160"/>
                <a:gridCol w="1463040"/>
                <a:gridCol w="2286000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Option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Hardware needed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Wake word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Noise-aware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Song by name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Recognition in app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Siri / Google Assistant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Any phone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Spotify in-app voice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Any phone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Android Auto / car head unit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Head unit + screen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Honda Smartphone Voice Control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Selected Honda + headset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Harley-Davidson Boom! Box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Touring models only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Cardo / Sena helmet intercoms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Helmet intercom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Bluetooth media buttons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Any BT headset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VoiceRiders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Any phone + any headset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Yes (on-device)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7316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3A1B8"/>
                </a:solidFill>
                <a:latin typeface="Segoe UI"/>
              </a:rPr>
              <a:t>The motorbike manufacturers do have voice systems — Honda's Smartphone Voice Control, Harley's Boom! Box — but they need a specific motorcycle, and they hand the actual recognition to your phone's assistant.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76672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59E0B"/>
                </a:solidFill>
                <a:latin typeface="Segoe UI"/>
              </a:rPr>
              <a:t>The gap:  no wake word + noise-aware + recognition that runs inside the app, on any phone and any bike, with no extra hardware.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CURRENT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4 — what runs today, on a real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44805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DB954"/>
                </a:solidFill>
                <a:latin typeface="Segoe UI"/>
              </a:rPr>
              <a:t>Working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Spotify login with OAuth 2.0 + PKCE through the relay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Playlists load with real track counts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Any song by name: "play believer" plays the most popular match; "believer by imagine dragons" pins the artist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Playback control: play, pause, resume, next, previous, volume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Ride Mode: VAD → on-device Whisper → NLP → confidence gate → Spotify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Adaptive Audio: ambient noise raises the volume in small steps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Installable Android APK built with EAS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On-device diagnostics (microphone, device, engine) in Ride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Known limits: Development Mode can only read playlists you own; speaker playback needs headphones (no echo cancellation); app volume depends on the active Spotify device.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3" y="1426464"/>
            <a:ext cx="1764792" cy="3921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97879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Connect Spotify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984" y="1426464"/>
            <a:ext cx="1764792" cy="392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09560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Choose a playlist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pp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4664" y="1426464"/>
            <a:ext cx="1764792" cy="392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Ride Mode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5F7FA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3A1B8"/>
                </a:solidFill>
                <a:latin typeface="Segoe UI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8404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8BDF8"/>
                </a:solidFill>
                <a:latin typeface="Segoe UI"/>
              </a:rPr>
              <a:t>Code, evaluation scripts and the architecture notes are in the repository:  github.com/ishaanduddi/VoiceRide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3A1B8"/>
                </a:solidFill>
                <a:latin typeface="Segoe UI"/>
              </a:rPr>
              <a:t>Not affiliated with Spotify AB. Built with the Spotify Web API under the Spotify Developer Terms.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