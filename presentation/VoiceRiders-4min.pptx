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DB9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NLP PROJECT ·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5400" b="1">
                <a:solidFill>
                  <a:srgbClr val="F5F7FA"/>
                </a:solidFill>
                <a:latin typeface="Segoe UI"/>
              </a:rPr>
              <a:t>VoiceRiders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93A1B8"/>
                </a:solidFill>
                <a:latin typeface="Segoe UI"/>
              </a:rPr>
              <a:t>Context-Aware, Noise-Adaptive Voice Controller for Spotify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15468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Team NeuroVoices · 4-minute review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03320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758183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Ishaan Balakrishna Duddi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3776472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3776472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270248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325112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MD Thejas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60" y="4343400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0" y="43434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Literature Survey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837176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89204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Jai Abhinav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4910328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910328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Competing Market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404104"/>
            <a:ext cx="6583680" cy="475488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458968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F5F7FA"/>
                </a:solidFill>
                <a:latin typeface="Segoe UI"/>
              </a:rPr>
              <a:t>Praveen Raj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23360" y="5477256"/>
            <a:ext cx="1737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BL.SC.U4CSE24040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5477256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8BDF8"/>
                </a:solidFill>
                <a:latin typeface="Segoe UI"/>
              </a:rPr>
              <a:t>Current 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3703320"/>
            <a:ext cx="3840480" cy="237744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0" y="384048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B954"/>
                </a:solidFill>
                <a:latin typeface="Segoe UI"/>
              </a:rPr>
              <a:t>One 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06240"/>
            <a:ext cx="32918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5F7FA"/>
                </a:solidFill>
                <a:latin typeface="Segoe UI"/>
              </a:rPr>
              <a:t>A rider picks a playlist, starts Ride Mode, and controls Spotify entirely by voice — offline speech recognition on the phone, with context and confidence deciding whether a noisy command is really a command.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ARCHITECTURE &amp;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1 — how a spoken word becomes playback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67665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62179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Microphone + VAD → only real speech is captured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Whisper ASR on-device → text, no network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Normalise → number words become digits ("seven" → 7)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Intent classification → ML (TF-IDF + Logistic Regression) fused with a rule baseline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Entity extraction → song number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Fuzzy match (edit distance + phonetics) → survives ASR errors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Context → resolves "play" to RESUME while paused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Confidence gate → 45 % intent + 25 % fuzzy + 20 % ASR + 10 % context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50">
                <a:solidFill>
                  <a:srgbClr val="F5F7FA"/>
                </a:solidFill>
                <a:latin typeface="Segoe UI"/>
              </a:rPr>
              <a:t>•  Dispatcher → Spotify Web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26280"/>
            <a:ext cx="6217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93A1B8"/>
                </a:solidFill>
                <a:latin typeface="Segoe UI"/>
              </a:rPr>
              <a:t>Second branch: Adaptive Audio — ambient noise → smoothing → noise zone → hysteresis → small volume steps above the rider's baseline.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371600"/>
            <a:ext cx="4023360" cy="3657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8BDF8"/>
                </a:solidFill>
                <a:latin typeface="Segoe UI"/>
              </a:rPr>
              <a:t>Tech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1874519"/>
            <a:ext cx="3566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Mobile: React Native + Expo (TypeScript)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Speech: whisper.cpp on-device + energy VAD — offline, no API key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ML: scikit-learn (TF-IDF + Logistic Regression) trained in Python; weights exported to JSON and run on-device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Spotify: Web API + OAuth 2.0 PKCE — no client secret stored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Infra: one serverless HTTPS relay (Spotify rejects custom-scheme redirects)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Storage: OS Keychain / Android Keystore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150">
                <a:solidFill>
                  <a:srgbClr val="F5F7FA"/>
                </a:solidFill>
                <a:latin typeface="Segoe UI"/>
              </a:rPr>
              <a:t>•  Build: EAS → installable Android APK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LITERATURE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2 — what we build on, and what is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SPEECH RECOGNITION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Whisper — Radford et al., 2022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Robust large-scale ASR; whisper.cpp runs it on-device. No notion of music commands.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79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VOICE ACTIVITY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WebRTC VAD (Google) · Silero VAD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Detect speech cheaply so silence never reaches ASR. We use an energy VAD — far cheaper per frame.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141732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153619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NOISE HANDLING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180136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Spectral subtraction — Boll, 1979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02752" y="225856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Denoises before recognition, but needs a reliable noise estimate — which a moving bike does not give.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TEXT CLASSIFICATION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TF-IDF — Salton &amp; Buckley, 1988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Proven and lightweight; small enough to run on a phone without a transformer.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5112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79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FUZZY MATCHING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Levenshtein 1966 · Jaro-Winkler 1990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Similarity that survives speech-to-text damage ("increse volum").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3" y="3108960"/>
            <a:ext cx="3566160" cy="1517904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3227832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38BDF8"/>
                </a:solidFill>
                <a:latin typeface="Segoe UI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493008"/>
            <a:ext cx="3154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F5F7FA"/>
                </a:solidFill>
                <a:latin typeface="Segoe UI"/>
              </a:rPr>
              <a:t>RFC 7636 — PKCE, 2015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3950208"/>
            <a:ext cx="31546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93A1B8"/>
                </a:solidFill>
                <a:latin typeface="Segoe UI"/>
              </a:rPr>
              <a:t>Lets a public mobile client authenticate with no client secret.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8920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59E0B"/>
                </a:solidFill>
                <a:latin typeface="Segoe UI"/>
              </a:rPr>
              <a:t>Gap:  none of this work targets the rider case — no wake word, wind and engine noise, hands free. VoiceRiders joins these pieces and adds a confidence gate that refuses to guess.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COMPETING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3 — existing options and where the gap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691640"/>
                <a:gridCol w="1691640"/>
                <a:gridCol w="1691640"/>
                <a:gridCol w="1417320"/>
              </a:tblGrid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Option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Wake word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Noise-adaptive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Song by number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Rider-focused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3A1B8"/>
                          </a:solidFill>
                          <a:latin typeface="Segoe UI"/>
                        </a:rPr>
                        <a:t>Offline ASR</a:t>
                      </a:r>
                    </a:p>
                  </a:txBody>
                  <a:tcPr anchor="ctr">
                    <a:solidFill>
                      <a:srgbClr val="1B2740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Siri / Google Assistant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Spotify in-app voice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Android Auto / car head unit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Required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Car, not bike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Bluetooth media buttons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No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Partial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F5F7FA"/>
                          </a:solidFill>
                          <a:latin typeface="Segoe UI"/>
                        </a:rPr>
                        <a:t>n/a</a:t>
                      </a:r>
                    </a:p>
                  </a:txBody>
                  <a:tcPr anchor="ctr">
                    <a:solidFill>
                      <a:srgbClr val="131C2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VoiceRiders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None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DB954"/>
                          </a:solidFill>
                          <a:latin typeface="Segoe UI"/>
                        </a:rPr>
                        <a:t>Yes</a:t>
                      </a:r>
                    </a:p>
                  </a:txBody>
                  <a:tcPr anchor="ctr">
                    <a:solidFill>
                      <a:srgbClr val="102A1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5262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59E0B"/>
                </a:solidFill>
                <a:latin typeface="Segoe UI"/>
              </a:rPr>
              <a:t>Not available together anywhere today:  hands-free with no wake word, noise-aware behaviour, playlist-number navigation, and confidence-gated recovery from noisy transcripts.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93A1B8"/>
                </a:solidFill>
                <a:latin typeface="Segoe UI"/>
              </a:rPr>
              <a:t>Also note: on-device recognition keeps working with no signal — relevant on a bike with no data.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F5F7FA"/>
                </a:solidFill>
                <a:latin typeface="Segoe UI"/>
              </a:rPr>
              <a:t>CURRENT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3A1B8"/>
                </a:solidFill>
                <a:latin typeface="Segoe UI"/>
              </a:rPr>
              <a:t>Speaker 4 — what runs today, on a real phone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93A1B8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93A1B8"/>
                </a:solidFill>
                <a:latin typeface="Segoe UI"/>
              </a:rPr>
              <a:t>VoiceRiders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64240" cy="19050"/>
          </a:xfrm>
          <a:prstGeom prst="rect">
            <a:avLst/>
          </a:prstGeom>
          <a:solidFill>
            <a:srgbClr val="223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5029200" cy="448056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0876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1DB954"/>
                </a:solidFill>
                <a:latin typeface="Segoe UI"/>
              </a:rPr>
              <a:t>Working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19"/>
            <a:ext cx="45720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Spotify login with OAuth 2.0 + PKCE through the relay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Playlists load with real track counts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Numbered playlist map — "play song number 7" resolves to a track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Playback control: play, pause, resume, next, previous, volume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Ride Mode: VAD → on-device Whisper → NLP → confidence gate → Spotify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Adaptive Audio: ambient noise raises the volume in small steps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Installable Android APK built with EAS</a:t>
            </a:r>
          </a:p>
          <a:p>
            <a:pPr>
              <a:lnSpc>
                <a:spcPct val="125000"/>
              </a:lnSpc>
              <a:spcAft>
                <a:spcPts val="600"/>
              </a:spcAft>
            </a:pPr>
            <a:r>
              <a:rPr sz="1200">
                <a:solidFill>
                  <a:srgbClr val="F5F7FA"/>
                </a:solidFill>
                <a:latin typeface="Segoe UI"/>
              </a:rPr>
              <a:t>•  On-device diagnostics (microphone, device, engine) in Ride 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074920"/>
            <a:ext cx="45720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Known limits: Development Mode can only read playlists you own; speaker playback needs headphones (no echo cancellation); app volume depends on the active Spotify device.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0644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app-1.png
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79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Connect Spotify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app-2.png
here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Choose a playlist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371600"/>
            <a:ext cx="1874519" cy="3794760"/>
          </a:xfrm>
          <a:prstGeom prst="roundRect">
            <a:avLst>
              <a:gd name="adj" fmla="val 4000"/>
            </a:avLst>
          </a:prstGeom>
          <a:solidFill>
            <a:srgbClr val="1B2740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0" y="2834640"/>
            <a:ext cx="1600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93A1B8"/>
                </a:solidFill>
                <a:latin typeface="Segoe UI"/>
              </a:rPr>
              <a:t>put
app-3.png
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5230368"/>
            <a:ext cx="1691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38BDF8"/>
                </a:solidFill>
                <a:latin typeface="Segoe UI"/>
              </a:rPr>
              <a:t>Ride Mode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F5F7FA"/>
                </a:solidFill>
                <a:latin typeface="Segoe UI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93A1B8"/>
                </a:solidFill>
                <a:latin typeface="Segoe UI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84048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131C2E"/>
          </a:solidFill>
          <a:ln w="12700">
            <a:solidFill>
              <a:srgbClr val="2230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8BDF8"/>
                </a:solidFill>
                <a:latin typeface="Segoe UI"/>
              </a:rPr>
              <a:t>Code, evaluation scripts and the architecture notes are in the repository:  github.com/ishaanduddi/VoiceRide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5720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93A1B8"/>
                </a:solidFill>
                <a:latin typeface="Segoe UI"/>
              </a:rPr>
              <a:t>Not affiliated with Spotify AB. Built with the Spotify Web API under the Spotify Developer Terms.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